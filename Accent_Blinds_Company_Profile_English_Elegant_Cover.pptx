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openxmlformats.org/officeDocument/2006/relationships/image" Target="../media/image2.png"/><Relationship Id="rId4" Type="http://schemas.openxmlformats.org/officeDocument/2006/relationships/image" Target="../media/image6.jpg"/><Relationship Id="rId9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_product_visual_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658368"/>
            <a:ext cx="2788920" cy="1255014"/>
          </a:xfrm>
          <a:prstGeom prst="rect">
            <a:avLst/>
          </a:prstGeom>
        </p:spPr>
      </p:pic>
      <p:pic>
        <p:nvPicPr>
          <p:cNvPr id="12" name="Picture 11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627" y="593161"/>
            <a:ext cx="2788920" cy="125501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14400" y="2176272"/>
            <a:ext cx="566928" cy="50292"/>
          </a:xfrm>
          <a:prstGeom prst="rect">
            <a:avLst/>
          </a:prstGeom>
          <a:solidFill>
            <a:srgbClr val="327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7680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82730"/>
                </a:solidFill>
                <a:latin typeface="Aptos Display"/>
              </a:rPr>
              <a:t>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337560"/>
            <a:ext cx="7040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>
                <a:solidFill>
                  <a:srgbClr val="4D5B5B"/>
                </a:solidFill>
                <a:latin typeface="Aptos"/>
              </a:rPr>
              <a:t>Window Fashion Experience Since 1982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897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27571"/>
                </a:solidFill>
                <a:latin typeface="Aptos"/>
              </a:rPr>
              <a:t>DESIGN  •  QUALITY  • 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F4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01 / ABOUT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Window Fashion Experience Since 1982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Accent Blinds brings stylish window covering solutions to homes and workplaces.</a:t>
            </a:r>
          </a:p>
        </p:txBody>
      </p:sp>
      <p:pic>
        <p:nvPicPr>
          <p:cNvPr id="5" name="Picture 4" descr="accent_product_visual_8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029200" cy="3520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2057400"/>
            <a:ext cx="5349240" cy="3520440"/>
          </a:xfrm>
          <a:prstGeom prst="roundRect">
            <a:avLst>
              <a:gd name="adj" fmla="val 12000"/>
            </a:avLst>
          </a:prstGeom>
          <a:solidFill>
            <a:srgbClr val="18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468880"/>
            <a:ext cx="448056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800" b="1">
                <a:solidFill>
                  <a:srgbClr val="E6DAC6"/>
                </a:solidFill>
                <a:latin typeface="Aptos"/>
              </a:rPr>
              <a:t>1982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3200400"/>
            <a:ext cx="4480560" cy="10515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>
                  <a:srgbClr val="E6DAC6"/>
                </a:solidFill>
              </a:rPr>
              <a:t>Established in Sydney, Australia.</a:t>
            </a:r>
          </a:p>
          <a:p>
            <a:r>
              <a:rPr>
                <a:solidFill>
                  <a:srgbClr val="E6DAC6"/>
                </a:solidFill>
              </a:rPr>
              <a:t>Over 40 years of experience in window fashion.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4709160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E6DAC6"/>
                </a:solidFill>
                <a:latin typeface="Aptos"/>
              </a:rPr>
              <a:t>DESIGN  •  QUALITY  • 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2</a:t>
            </a:r>
          </a:p>
        </p:txBody>
      </p:sp>
      <p:pic>
        <p:nvPicPr>
          <p:cNvPr id="12" name="Picture 11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02 / 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Where Design Meets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Window coverings tailored to light control, privacy, design, and comfort.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761488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B8915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337560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82730"/>
                </a:solidFill>
                <a:latin typeface="Aptos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840480"/>
            <a:ext cx="288036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Styles and textures to complement your interior.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246888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9744" y="2761488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B8915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4" y="3337560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82730"/>
                </a:solidFill>
                <a:latin typeface="Aptos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3840480"/>
            <a:ext cx="288036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Product choices focused on appearance and functionality.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246888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1936" y="2761488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B8915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337560"/>
            <a:ext cx="28803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700" b="1">
                <a:solidFill>
                  <a:srgbClr val="182730"/>
                </a:solidFill>
                <a:latin typeface="Aptos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3840480"/>
            <a:ext cx="288036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Consultation, professional installation, and after-sales support.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3</a:t>
            </a:r>
          </a:p>
        </p:txBody>
      </p:sp>
      <p:pic>
        <p:nvPicPr>
          <p:cNvPr id="19" name="Picture 18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03 / PRODUCT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Find the Right Solution for Every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Product categories featured on the Accent Blinds website.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cent_product_visual_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066544"/>
            <a:ext cx="2505456" cy="983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081893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Roller Blinds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933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Minimalist, practical and versatile.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993392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ccent_product_visual_2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066544"/>
            <a:ext cx="2505456" cy="9831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85032" y="3081893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Roman Blinds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3401933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Soft fabric folds for an elegant finish.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993392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ccent_product_visual_3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066544"/>
            <a:ext cx="2505456" cy="9831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92824" y="3081893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Venetian Blinds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3401933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Adjustable light and privacy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7736" y="1993392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ccent_product_visual_4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066544"/>
            <a:ext cx="2505456" cy="98316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0616" y="3081893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Vertical Blinds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0616" y="3401933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Ideal for wide windows and openings.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86784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ccent_product_visual_5_cr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059936"/>
            <a:ext cx="2505456" cy="98316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77240" y="5075285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Panel Glides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95325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Smooth panels for larger openings.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02152" y="3986784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ccent_product_visual_6_cro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4059936"/>
            <a:ext cx="2505456" cy="9831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685032" y="5075285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Cellular Shades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5395325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Honeycomb design helps improve insulation.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9944" y="3986784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accent_product_visual_7_crop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096" y="4059936"/>
            <a:ext cx="2505456" cy="9831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92824" y="5075285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Pvc Shutter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2824" y="5395325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Timeless style with a clean finish.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17736" y="3986784"/>
            <a:ext cx="265176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accent_product_visual_8_cro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0888" y="4059936"/>
            <a:ext cx="2505456" cy="98316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00616" y="5075285"/>
            <a:ext cx="2286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82730"/>
                </a:solidFill>
                <a:latin typeface="Aptos"/>
              </a:rPr>
              <a:t>Motorised Blinds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5395325"/>
            <a:ext cx="2286000" cy="28309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968"/>
                </a:solidFill>
                <a:latin typeface="Aptos"/>
              </a:rPr>
              <a:t>Timeless style with a clean finish.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4</a:t>
            </a:r>
          </a:p>
        </p:txBody>
      </p:sp>
      <p:pic>
        <p:nvPicPr>
          <p:cNvPr id="39" name="Picture 38" descr="logo-acce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04 / PRODUCT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82730"/>
                </a:solidFill>
                <a:latin typeface="Aptos"/>
              </a:rPr>
              <a:t>Roller Blinds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Simple, elegant, versatile, practical, and functional.</a:t>
            </a:r>
          </a:p>
        </p:txBody>
      </p:sp>
      <p:pic>
        <p:nvPicPr>
          <p:cNvPr id="5" name="Picture 4" descr="accent_product_visual_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715000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2057400"/>
            <a:ext cx="466344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2395728"/>
            <a:ext cx="3931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CLEAN • FLEXIBLE • TIMELESS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880360"/>
            <a:ext cx="38862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 Minimalist 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611880"/>
            <a:ext cx="388620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Designed to complement a wide range of interiors. Accent lists manual, dual, linked, motorised, and cassette operating options.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010912"/>
            <a:ext cx="3886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Ideal for: living rooms, bedrooms, and offices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5</a:t>
            </a:r>
          </a:p>
        </p:txBody>
      </p:sp>
      <p:pic>
        <p:nvPicPr>
          <p:cNvPr id="13" name="Picture 12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05 / PRODUCT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82730"/>
                </a:solidFill>
                <a:latin typeface="Aptos"/>
              </a:rPr>
              <a:t>Roman Blinds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Soft fabric folds create a decorative, refined look.</a:t>
            </a:r>
          </a:p>
        </p:txBody>
      </p:sp>
      <p:pic>
        <p:nvPicPr>
          <p:cNvPr id="5" name="Picture 4" descr="accent_product_visual_2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715000" cy="3611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2057400"/>
            <a:ext cx="4663440" cy="3611880"/>
          </a:xfrm>
          <a:prstGeom prst="roundRect">
            <a:avLst>
              <a:gd name="adj" fmla="val 12000"/>
            </a:avLst>
          </a:prstGeom>
          <a:solidFill>
            <a:srgbClr val="18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2395728"/>
            <a:ext cx="3931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E6DAC6"/>
                </a:solidFill>
                <a:latin typeface="Aptos"/>
              </a:rPr>
              <a:t>CLASSIC • SEWLESS • VILLA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880360"/>
            <a:ext cx="38862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>
                  <a:srgbClr val="E6DAC6"/>
                </a:solidFill>
              </a:rPr>
              <a:t>Three Styles, One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611880"/>
            <a:ext cx="388620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>
                  <a:srgbClr val="E6DAC6"/>
                </a:solidFill>
              </a:rPr>
              <a:t>Classic features traditional stitching; Sewless uses slim aluminium extrusions for a clean look; Villa adds wooden sticks for a relaxed, natural finish.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E6DAC6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6</a:t>
            </a:r>
          </a:p>
        </p:txBody>
      </p:sp>
      <p:pic>
        <p:nvPicPr>
          <p:cNvPr id="12" name="Picture 11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06 / PRODUCT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800" b="1">
                <a:solidFill>
                  <a:srgbClr val="182730"/>
                </a:solidFill>
                <a:latin typeface="Aptos"/>
              </a:rPr>
              <a:t>Venetian Blinds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Adjustable slats offer control over daylight and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cent_product_visual_3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13432"/>
            <a:ext cx="3282696" cy="18178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252874"/>
            <a:ext cx="30632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437D77"/>
                </a:solidFill>
                <a:latin typeface="Aptos"/>
              </a:rPr>
              <a:t>01 / VENETIAN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72330"/>
            <a:ext cx="3063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Timber Venetian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92370"/>
            <a:ext cx="3063240" cy="6300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Natural warmth with a range of wood finishes.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24028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ccent_product_visual_3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313432"/>
            <a:ext cx="3282696" cy="18178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90872" y="4252874"/>
            <a:ext cx="30632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437D77"/>
                </a:solidFill>
                <a:latin typeface="Aptos"/>
              </a:rPr>
              <a:t>02 / VENETIAN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4472330"/>
            <a:ext cx="3063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Econo Venetian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792370"/>
            <a:ext cx="3063240" cy="6300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 durable, economical synthetic alternative.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2240280"/>
            <a:ext cx="34290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ccent_product_visual_3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336" y="2313432"/>
            <a:ext cx="3282696" cy="18178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13063" y="4252874"/>
            <a:ext cx="306324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437D77"/>
                </a:solidFill>
                <a:latin typeface="Aptos"/>
              </a:rPr>
              <a:t>03 / VENETIAN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4472330"/>
            <a:ext cx="30632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Aluminium Slimline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4792370"/>
            <a:ext cx="3063240" cy="6300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Lightweight, easy to clean, with 25 mm slats.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Note: sizes and options are subject to Accent product availability.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7</a:t>
            </a:r>
          </a:p>
        </p:txBody>
      </p:sp>
      <p:pic>
        <p:nvPicPr>
          <p:cNvPr id="23" name="Picture 22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07 / PRODUCT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For Wide Windows and Larger Openings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Vertical lines and fabric panels create a clean, contemporary look.</a:t>
            </a:r>
          </a:p>
        </p:txBody>
      </p:sp>
      <p:pic>
        <p:nvPicPr>
          <p:cNvPr id="5" name="Picture 4" descr="accent_product_visual_4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5212080" cy="3383280"/>
          </a:xfrm>
          <a:prstGeom prst="rect">
            <a:avLst/>
          </a:prstGeom>
        </p:spPr>
      </p:pic>
      <p:pic>
        <p:nvPicPr>
          <p:cNvPr id="6" name="Picture 5" descr="accent_product_visual_5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48840"/>
            <a:ext cx="5212080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50992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437D77"/>
                </a:solidFill>
                <a:latin typeface="Aptos"/>
              </a:rPr>
              <a:t>VERTICAL BLINDS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61888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Fabric vanes help manage light and heat.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50992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437D77"/>
                </a:solidFill>
                <a:latin typeface="Aptos"/>
              </a:rPr>
              <a:t>PANEL GLIDES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961888"/>
            <a:ext cx="48920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Fabric panels for large windows and doors.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8</a:t>
            </a:r>
          </a:p>
        </p:txBody>
      </p:sp>
      <p:pic>
        <p:nvPicPr>
          <p:cNvPr id="13" name="Picture 12" descr="logo-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08 / PRODUCT SPOTLIGHT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Texture, Comfort, and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Distinctive features paired with thoughtful design.</a:t>
            </a:r>
          </a:p>
        </p:txBody>
      </p:sp>
      <p:pic>
        <p:nvPicPr>
          <p:cNvPr id="5" name="Picture 4" descr="accent_product_visual_6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5212080" cy="3429000"/>
          </a:xfrm>
          <a:prstGeom prst="rect">
            <a:avLst/>
          </a:prstGeom>
        </p:spPr>
      </p:pic>
      <p:pic>
        <p:nvPicPr>
          <p:cNvPr id="6" name="Picture 5" descr="accent_product_visual_7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03120"/>
            <a:ext cx="521208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50992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437D77"/>
                </a:solidFill>
                <a:latin typeface="Aptos"/>
              </a:rPr>
              <a:t>CELLULAR SHADES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61888"/>
            <a:ext cx="4892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Honeycomb cells help with insulation and light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650992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437D77"/>
                </a:solidFill>
                <a:latin typeface="Aptos"/>
              </a:rPr>
              <a:t>PVC SHUTTER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961888"/>
            <a:ext cx="489204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 classic look with a focus on function and durability.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9</a:t>
            </a:r>
          </a:p>
        </p:txBody>
      </p:sp>
      <p:pic>
        <p:nvPicPr>
          <p:cNvPr id="13" name="Picture 12" descr="logo-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E6DAC6"/>
                </a:solidFill>
                <a:latin typeface="Aptos"/>
              </a:rPr>
              <a:t>09 / PRODUCT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Motorisation for Added Convenience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Motorised operation is available on selected products.</a:t>
            </a:r>
          </a:p>
        </p:txBody>
      </p:sp>
      <p:pic>
        <p:nvPicPr>
          <p:cNvPr id="5" name="Picture 4" descr="accent_product_visual_8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62356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29400" y="2057400"/>
            <a:ext cx="4800600" cy="3566160"/>
          </a:xfrm>
          <a:prstGeom prst="roundRect">
            <a:avLst>
              <a:gd name="adj" fmla="val 12000"/>
            </a:avLst>
          </a:prstGeom>
          <a:solidFill>
            <a:srgbClr val="22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2423160"/>
            <a:ext cx="40233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E6DAC6"/>
                </a:solidFill>
                <a:latin typeface="Aptos"/>
              </a:rPr>
              <a:t>SMARTER DAILY ROUTINE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926080"/>
            <a:ext cx="402336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>
                  <a:srgbClr val="E6DAC6"/>
                </a:solidFill>
              </a:rPr>
              <a:t>Everyday Convenience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703320"/>
            <a:ext cx="3886200" cy="10972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>
                  <a:srgbClr val="E6DAC6"/>
                </a:solidFill>
              </a:rPr>
              <a:t>Ask the Accent team which motorisation options suit your chosen product and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E6DAC6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10</a:t>
            </a:r>
          </a:p>
        </p:txBody>
      </p:sp>
      <p:pic>
        <p:nvPicPr>
          <p:cNvPr id="12" name="Picture 11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10 /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Comfort You Can Feel Every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Choose the features that best fit each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E5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2971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37D77"/>
                </a:solidFill>
                <a:latin typeface="Aptos"/>
              </a:rPr>
              <a:t>LIGHT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Adjust the amount of natural daylight.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14884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E5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2350008"/>
            <a:ext cx="2971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37D77"/>
                </a:solidFill>
                <a:latin typeface="Aptos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761488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Help maintain privacy.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214884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E5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58784" y="2350008"/>
            <a:ext cx="2971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37D77"/>
                </a:solidFill>
                <a:latin typeface="Aptos"/>
              </a:rPr>
              <a:t>THERMAL COMFORT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Cellular Shades trap air within their honeycomb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E5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95928"/>
            <a:ext cx="2971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37D77"/>
                </a:solidFill>
                <a:latin typeface="Aptos"/>
              </a:rPr>
              <a:t>DESAIN INTERIOR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Complete the space with colour, texture, and 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E5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36592" y="3995928"/>
            <a:ext cx="2971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37D77"/>
                </a:solidFill>
                <a:latin typeface="Aptos"/>
              </a:rPr>
              <a:t>PENGOPERASIAN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4407408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Choose manual operation or motorisation on selected products.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0183" y="37947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E5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3995928"/>
            <a:ext cx="2971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437D77"/>
                </a:solidFill>
                <a:latin typeface="Aptos"/>
              </a:rPr>
              <a:t>PERAWATAN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4407408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Get usage and care guidance from the installation team.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11</a:t>
            </a:r>
          </a:p>
        </p:txBody>
      </p:sp>
      <p:pic>
        <p:nvPicPr>
          <p:cNvPr id="25" name="Picture 24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11 /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Solutions for Different 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Illustrative visuals showing how window coverings may work in different spaces.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2578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cent_product_visual_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130552"/>
            <a:ext cx="5111496" cy="972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134563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RESIDENTIAL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54603"/>
            <a:ext cx="4892040" cy="2761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Living rooms and bedrooms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57400"/>
            <a:ext cx="52578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ccent_product_visual_2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130552"/>
            <a:ext cx="5111496" cy="9729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37960" y="3134563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HOSPITALITY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454603"/>
            <a:ext cx="4892040" cy="2761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Guest rooms and lounges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578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ccent_product_visual_4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96512"/>
            <a:ext cx="5111496" cy="9729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5100523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20563"/>
            <a:ext cx="4892040" cy="2761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Workspaces and meeting rooms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023360"/>
            <a:ext cx="52578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ccent_product_visual_5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4096512"/>
            <a:ext cx="5111496" cy="9729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60" y="5100523"/>
            <a:ext cx="48920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182730"/>
                </a:solidFill>
                <a:latin typeface="Aptos"/>
              </a:rPr>
              <a:t>LARGE OPENINGS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420563"/>
            <a:ext cx="4892040" cy="2761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Glass doors and wide openings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12</a:t>
            </a:r>
          </a:p>
        </p:txBody>
      </p:sp>
      <p:pic>
        <p:nvPicPr>
          <p:cNvPr id="23" name="Picture 22" descr="logo-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12 / OUR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From Consultation to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A guided process to help customers choose the right 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25146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269748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43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852928"/>
            <a:ext cx="5943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18273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21031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182730"/>
                </a:solidFill>
                <a:latin typeface="Aptos"/>
              </a:rPr>
              <a:t>CONSULTATION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160520"/>
            <a:ext cx="2084831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Discuss your needs, functionality, and interior style.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27832" y="3703320"/>
            <a:ext cx="292608" cy="0"/>
          </a:xfrm>
          <a:prstGeom prst="line">
            <a:avLst/>
          </a:prstGeom>
          <a:ln w="25400">
            <a:solidFill>
              <a:srgbClr val="B89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93592" y="2468880"/>
            <a:ext cx="25146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94760" y="269748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43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2852928"/>
            <a:ext cx="5943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18273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566160"/>
            <a:ext cx="21031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182730"/>
                </a:solidFill>
                <a:latin typeface="Aptos"/>
              </a:rPr>
              <a:t>PRODUCT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160520"/>
            <a:ext cx="2084831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Select product type, material, colour, and operation.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35624" y="3703320"/>
            <a:ext cx="292608" cy="0"/>
          </a:xfrm>
          <a:prstGeom prst="line">
            <a:avLst/>
          </a:prstGeom>
          <a:ln w="25400">
            <a:solidFill>
              <a:srgbClr val="B89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01384" y="2468880"/>
            <a:ext cx="25146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02552" y="269748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43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02552" y="2852928"/>
            <a:ext cx="5943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182730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566160"/>
            <a:ext cx="21031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182730"/>
                </a:solidFill>
                <a:latin typeface="Aptos"/>
              </a:rPr>
              <a:t>INSTALASI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4160520"/>
            <a:ext cx="2084831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Professional and efficient installation.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43416" y="3703320"/>
            <a:ext cx="292608" cy="0"/>
          </a:xfrm>
          <a:prstGeom prst="line">
            <a:avLst/>
          </a:prstGeom>
          <a:ln w="25400">
            <a:solidFill>
              <a:srgbClr val="B89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09176" y="2468880"/>
            <a:ext cx="251460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10344" y="269748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43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10344" y="2852928"/>
            <a:ext cx="59436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100" b="1">
                <a:solidFill>
                  <a:srgbClr val="182730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3566160"/>
            <a:ext cx="21031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1">
                <a:solidFill>
                  <a:srgbClr val="182730"/>
                </a:solidFill>
                <a:latin typeface="Aptos"/>
              </a:rPr>
              <a:t>AFTER-SALES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0344" y="4160520"/>
            <a:ext cx="2084831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Usage guidance, care advice, and ongoing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13</a:t>
            </a:r>
          </a:p>
        </p:txBody>
      </p:sp>
      <p:pic>
        <p:nvPicPr>
          <p:cNvPr id="30" name="Picture 29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E6DAC6"/>
                </a:solidFill>
                <a:latin typeface="Aptos"/>
              </a:rPr>
              <a:t>13 / 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Aptos"/>
              </a:rPr>
              <a:t>Completed Project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0">
                <a:solidFill>
                  <a:srgbClr val="F4EDDC"/>
                </a:solidFill>
                <a:latin typeface="Aptos"/>
              </a:rPr>
              <a:t>Showcase completed installations using your own project photos and approved project details.</a:t>
            </a:r>
          </a:p>
        </p:txBody>
      </p:sp>
      <p:pic>
        <p:nvPicPr>
          <p:cNvPr id="5" name="Picture 4" descr="accent_product_visual_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3520440" cy="2468880"/>
          </a:xfrm>
          <a:prstGeom prst="rect">
            <a:avLst/>
          </a:prstGeom>
        </p:spPr>
      </p:pic>
      <p:pic>
        <p:nvPicPr>
          <p:cNvPr id="6" name="Picture 5" descr="accent_product_visual_4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57400"/>
            <a:ext cx="3520440" cy="2468880"/>
          </a:xfrm>
          <a:prstGeom prst="rect">
            <a:avLst/>
          </a:prstGeom>
        </p:spPr>
      </p:pic>
      <p:pic>
        <p:nvPicPr>
          <p:cNvPr id="7" name="Picture 6" descr="accent_product_visual_5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057400"/>
            <a:ext cx="352044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54880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1">
                <a:solidFill>
                  <a:srgbClr val="F4EDDC"/>
                </a:solidFill>
                <a:latin typeface="Aptos"/>
              </a:rPr>
              <a:t>TEMPLATE NOTE: The images above are sample visuals, not completed Accent Blinds projects. Replace them with your own project photos.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Aptos"/>
              </a:rPr>
              <a:t>Project names, clients, locations, dates, and installed products must be completed using company records. The public website reviewed does not list named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E6DAC6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14</a:t>
            </a:r>
          </a:p>
        </p:txBody>
      </p:sp>
      <p:pic>
        <p:nvPicPr>
          <p:cNvPr id="12" name="Picture 11" descr="logo-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2E7E78"/>
                </a:solidFill>
                <a:latin typeface="Aptos"/>
              </a:rPr>
              <a:t>14 / PROJECT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700" b="1">
                <a:solidFill>
                  <a:srgbClr val="1D3139"/>
                </a:solidFill>
                <a:latin typeface="Aptos"/>
              </a:rPr>
              <a:t>Completed Project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100" b="0">
                <a:solidFill>
                  <a:srgbClr val="667574"/>
                </a:solidFill>
                <a:latin typeface="Aptos"/>
              </a:rPr>
              <a:t>Editable template — enter completed projects only. Replace each field with your approved project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437D77"/>
                </a:solidFill>
                <a:latin typeface="Aptos"/>
              </a:rPr>
              <a:t>PROJECT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84831"/>
            <a:ext cx="34747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1">
                <a:solidFill>
                  <a:srgbClr val="1D3139"/>
                </a:solidFill>
                <a:latin typeface="Aptos"/>
              </a:rPr>
              <a:t>[Project / Client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0487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[City • Completion Year]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3347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[Product Installed • Area]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96596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112264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437D77"/>
                </a:solidFill>
                <a:latin typeface="Aptos"/>
              </a:rPr>
              <a:t>PROJECT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084831"/>
            <a:ext cx="34747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1">
                <a:solidFill>
                  <a:srgbClr val="1D3139"/>
                </a:solidFill>
                <a:latin typeface="Aptos"/>
              </a:rPr>
              <a:t>[Project / Client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40487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[City • Completion Year]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63347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[Product Installed • Area]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346704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437D77"/>
                </a:solidFill>
                <a:latin typeface="Aptos"/>
              </a:rPr>
              <a:t>PROJECT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319272"/>
            <a:ext cx="34747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1">
                <a:solidFill>
                  <a:srgbClr val="1D3139"/>
                </a:solidFill>
                <a:latin typeface="Aptos"/>
              </a:rPr>
              <a:t>[Project / Client Name]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63931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[City • Completion Year]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86791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[Product Installed • Area]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20040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3346704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437D77"/>
                </a:solidFill>
                <a:latin typeface="Aptos"/>
              </a:rPr>
              <a:t>PROJECT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3319272"/>
            <a:ext cx="34747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1">
                <a:solidFill>
                  <a:srgbClr val="1D3139"/>
                </a:solidFill>
                <a:latin typeface="Aptos"/>
              </a:rPr>
              <a:t>[Project / Client 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363931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[City • Completion Year]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386791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[Product Installed • Area]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3484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581144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437D77"/>
                </a:solidFill>
                <a:latin typeface="Aptos"/>
              </a:rPr>
              <a:t>PROJECT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553712"/>
            <a:ext cx="34747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1">
                <a:solidFill>
                  <a:srgbClr val="1D3139"/>
                </a:solidFill>
                <a:latin typeface="Aptos"/>
              </a:rPr>
              <a:t>[Project / Client Name]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87375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[City • Completion Year]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10235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[Product Installed • Area]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443484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19672" y="4581144"/>
            <a:ext cx="1234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50" b="1">
                <a:solidFill>
                  <a:srgbClr val="437D77"/>
                </a:solidFill>
                <a:latin typeface="Aptos"/>
              </a:rPr>
              <a:t>PROJECT 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4553712"/>
            <a:ext cx="3474720" cy="2468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300" b="1">
                <a:solidFill>
                  <a:srgbClr val="1D3139"/>
                </a:solidFill>
                <a:latin typeface="Aptos"/>
              </a:rPr>
              <a:t>[Project / Client Name]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87375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[City • Completion Year]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5102352"/>
            <a:ext cx="347472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[Product Installed • Area]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15</a:t>
            </a:r>
          </a:p>
        </p:txBody>
      </p:sp>
      <p:pic>
        <p:nvPicPr>
          <p:cNvPr id="37" name="Picture 3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2E7E78"/>
                </a:solidFill>
                <a:latin typeface="Aptos"/>
              </a:rPr>
              <a:t>15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700" b="1">
                <a:solidFill>
                  <a:srgbClr val="1D3139"/>
                </a:solidFill>
                <a:latin typeface="Aptos Display"/>
              </a:rPr>
              <a:t>Completed 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Editable project template — duplicate this slide for each completed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7400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480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1">
                <a:solidFill>
                  <a:srgbClr val="2E7E78"/>
                </a:solidFill>
                <a:latin typeface="Aptos"/>
              </a:rPr>
              <a:t>[PROJECT 01 NAME / CLIENT]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906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[Building / room / client requirement]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Products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[Blind type, material, colour, control 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720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1947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[Impact on function, light control, or aesthetics]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2130552"/>
            <a:ext cx="5056632" cy="3319272"/>
          </a:xfrm>
          <a:prstGeom prst="rect">
            <a:avLst/>
          </a:prstGeom>
          <a:solidFill>
            <a:srgbClr val="F1F4F1"/>
          </a:solidFill>
          <a:ln w="15240">
            <a:solidFill>
              <a:srgbClr val="B4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7E78"/>
                </a:solidFill>
                <a:latin typeface="Aptos"/>
              </a:rPr>
              <a:t>INSERT PROJECT PHOTO HERE</a:t>
            </a:r>
          </a:p>
          <a:p>
            <a:pPr algn="ctr"/>
            <a:r>
              <a:rPr sz="1000">
                <a:solidFill>
                  <a:srgbClr val="647470"/>
                </a:solidFill>
                <a:latin typeface="Aptos"/>
              </a:rPr>
              <a:t>Replace this box with your completed installation photo</a:t>
            </a:r>
          </a:p>
        </p:txBody>
      </p:sp>
      <p:pic>
        <p:nvPicPr>
          <p:cNvPr id="17" name="Picture 1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ent_product_visual_1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0"/>
            <a:ext cx="4739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43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53949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E6DAC6"/>
                </a:solidFill>
                <a:latin typeface="Aptos"/>
              </a:rPr>
              <a:t>LET'S CREATE A BETTER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12648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Aptos Display"/>
              </a:rPr>
              <a:t>Let’s create a</a:t>
            </a:r>
          </a:p>
          <a:p>
            <a:r>
              <a:rPr sz="2100" b="1">
                <a:solidFill>
                  <a:srgbClr val="FFFFFF"/>
                </a:solidFill>
                <a:latin typeface="Aptos Display"/>
              </a:rPr>
              <a:t>space you’ll love.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2468880"/>
            <a:ext cx="1078992" cy="0"/>
          </a:xfrm>
          <a:prstGeom prst="line">
            <a:avLst/>
          </a:prstGeom>
          <a:ln w="38100">
            <a:solidFill>
              <a:srgbClr val="B891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788920"/>
            <a:ext cx="53035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600" b="1">
                <a:solidFill>
                  <a:srgbClr val="E6DAC6"/>
                </a:solidFill>
                <a:latin typeface="Aptos"/>
              </a:rPr>
              <a:t>ACCENT BLINDS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73552"/>
            <a:ext cx="5852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Ruko De Mansion #D9, Alam Sutera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75887"/>
            <a:ext cx="5852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021-22630219  •  0821 1426 8322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58521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cs@accentblinds.id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58521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Monday–Friday  |  8:30 AM–5:00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5943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accentblinds.id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E6DAC6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E6DAC6"/>
                </a:solidFill>
                <a:latin typeface="Aptos"/>
              </a:rPr>
              <a:t>17</a:t>
            </a:r>
          </a:p>
        </p:txBody>
      </p:sp>
      <p:pic>
        <p:nvPicPr>
          <p:cNvPr id="15" name="Picture 14" descr="logo-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16 /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Sources &amp; Visual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Notes to review before sharing this presentation externally.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69848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98755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PRIMARY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98755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00" b="1">
                <a:solidFill>
                  <a:srgbClr val="182730"/>
                </a:solidFill>
                <a:latin typeface="Aptos"/>
              </a:rPr>
              <a:t>Official website: https://accentblinds.id/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20440"/>
            <a:ext cx="987552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Product, brand, service, and contact information is based on public pages from Accent Blinds.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251960"/>
            <a:ext cx="987552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Product visuals in this presentation are conceptual illustrations, not official catalogue photos or verified Accent Blinds project photography.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98755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Before sharing with clients, replace project templates with approved project names and photography.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18</a:t>
            </a:r>
          </a:p>
        </p:txBody>
      </p:sp>
      <p:pic>
        <p:nvPicPr>
          <p:cNvPr id="13" name="Picture 12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2E7E78"/>
                </a:solidFill>
                <a:latin typeface="Aptos"/>
              </a:rPr>
              <a:t>15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700" b="1">
                <a:solidFill>
                  <a:srgbClr val="1D3139"/>
                </a:solidFill>
                <a:latin typeface="Aptos Display"/>
              </a:rPr>
              <a:t>Completed 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Editable project template — duplicate this slide for each completed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7400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480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1">
                <a:solidFill>
                  <a:srgbClr val="2E7E78"/>
                </a:solidFill>
                <a:latin typeface="Aptos"/>
              </a:rPr>
              <a:t>[PROJECT 02 NAME / CLIENT]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906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[Building / room / client requirement]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Products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[Blind type, material, colour, control 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720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1947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[Impact on function, light control, or aesthetics]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2130552"/>
            <a:ext cx="5056632" cy="3319272"/>
          </a:xfrm>
          <a:prstGeom prst="rect">
            <a:avLst/>
          </a:prstGeom>
          <a:solidFill>
            <a:srgbClr val="F1F4F1"/>
          </a:solidFill>
          <a:ln w="15240">
            <a:solidFill>
              <a:srgbClr val="B4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7E78"/>
                </a:solidFill>
                <a:latin typeface="Aptos"/>
              </a:rPr>
              <a:t>INSERT PROJECT PHOTO HERE</a:t>
            </a:r>
          </a:p>
          <a:p>
            <a:pPr algn="ctr"/>
            <a:r>
              <a:rPr sz="1000">
                <a:solidFill>
                  <a:srgbClr val="647470"/>
                </a:solidFill>
                <a:latin typeface="Aptos"/>
              </a:rPr>
              <a:t>Replace this box with your completed installation photo</a:t>
            </a:r>
          </a:p>
        </p:txBody>
      </p:sp>
      <p:pic>
        <p:nvPicPr>
          <p:cNvPr id="17" name="Picture 1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2E7E78"/>
                </a:solidFill>
                <a:latin typeface="Aptos"/>
              </a:rPr>
              <a:t>15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700" b="1">
                <a:solidFill>
                  <a:srgbClr val="1D3139"/>
                </a:solidFill>
                <a:latin typeface="Aptos Display"/>
              </a:rPr>
              <a:t>Completed 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Editable project template — duplicate this slide for each completed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7400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480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1">
                <a:solidFill>
                  <a:srgbClr val="2E7E78"/>
                </a:solidFill>
                <a:latin typeface="Aptos"/>
              </a:rPr>
              <a:t>[PROJECT 03 NAME / CLIENT]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906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[Building / room / client requirement]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Products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[Blind type, material, colour, control 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720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1947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[Impact on function, light control, or aesthetics]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2130552"/>
            <a:ext cx="5056632" cy="3319272"/>
          </a:xfrm>
          <a:prstGeom prst="rect">
            <a:avLst/>
          </a:prstGeom>
          <a:solidFill>
            <a:srgbClr val="F1F4F1"/>
          </a:solidFill>
          <a:ln w="15240">
            <a:solidFill>
              <a:srgbClr val="B4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7E78"/>
                </a:solidFill>
                <a:latin typeface="Aptos"/>
              </a:rPr>
              <a:t>INSERT PROJECT PHOTO HERE</a:t>
            </a:r>
          </a:p>
          <a:p>
            <a:pPr algn="ctr"/>
            <a:r>
              <a:rPr sz="1000">
                <a:solidFill>
                  <a:srgbClr val="647470"/>
                </a:solidFill>
                <a:latin typeface="Aptos"/>
              </a:rPr>
              <a:t>Replace this box with your completed installation photo</a:t>
            </a:r>
          </a:p>
        </p:txBody>
      </p:sp>
      <p:pic>
        <p:nvPicPr>
          <p:cNvPr id="17" name="Picture 1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2E7E78"/>
                </a:solidFill>
                <a:latin typeface="Aptos"/>
              </a:rPr>
              <a:t>15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700" b="1">
                <a:solidFill>
                  <a:srgbClr val="1D3139"/>
                </a:solidFill>
                <a:latin typeface="Aptos Display"/>
              </a:rPr>
              <a:t>Completed 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Editable project template — duplicate this slide for each completed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7400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480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1">
                <a:solidFill>
                  <a:srgbClr val="2E7E78"/>
                </a:solidFill>
                <a:latin typeface="Aptos"/>
              </a:rPr>
              <a:t>[PROJECT 04 NAME / CLIENT]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906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[Building / room / client requirement]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Products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[Blind type, material, colour, control 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720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1947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[Impact on function, light control, or aesthetics]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2130552"/>
            <a:ext cx="5056632" cy="3319272"/>
          </a:xfrm>
          <a:prstGeom prst="rect">
            <a:avLst/>
          </a:prstGeom>
          <a:solidFill>
            <a:srgbClr val="F1F4F1"/>
          </a:solidFill>
          <a:ln w="15240">
            <a:solidFill>
              <a:srgbClr val="B4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7E78"/>
                </a:solidFill>
                <a:latin typeface="Aptos"/>
              </a:rPr>
              <a:t>INSERT PROJECT PHOTO HERE</a:t>
            </a:r>
          </a:p>
          <a:p>
            <a:pPr algn="ctr"/>
            <a:r>
              <a:rPr sz="1000">
                <a:solidFill>
                  <a:srgbClr val="647470"/>
                </a:solidFill>
                <a:latin typeface="Aptos"/>
              </a:rPr>
              <a:t>Replace this box with your completed installation photo</a:t>
            </a:r>
          </a:p>
        </p:txBody>
      </p:sp>
      <p:pic>
        <p:nvPicPr>
          <p:cNvPr id="17" name="Picture 1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2E7E78"/>
                </a:solidFill>
                <a:latin typeface="Aptos"/>
              </a:rPr>
              <a:t>15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2700" b="1">
                <a:solidFill>
                  <a:srgbClr val="1D3139"/>
                </a:solidFill>
                <a:latin typeface="Aptos Display"/>
              </a:rPr>
              <a:t>Completed 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Editable project template — duplicate this slide for each completed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7400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480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000" b="1">
                <a:solidFill>
                  <a:srgbClr val="2E7E78"/>
                </a:solidFill>
                <a:latin typeface="Aptos"/>
              </a:rPr>
              <a:t>[PROJECT 05 NAME / CLIENT]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906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[Building / room / client requirement]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Products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[Blind type, material, colour, control 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720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1200" b="1">
                <a:solidFill>
                  <a:srgbClr val="1D3139"/>
                </a:solidFill>
                <a:latin typeface="Aptos"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1947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sz="900" b="0">
                <a:solidFill>
                  <a:srgbClr val="667574"/>
                </a:solidFill>
                <a:latin typeface="Aptos"/>
              </a:rPr>
              <a:t>[Impact on function, light control, or aesthetics]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2130552"/>
            <a:ext cx="5056632" cy="3319272"/>
          </a:xfrm>
          <a:prstGeom prst="rect">
            <a:avLst/>
          </a:prstGeom>
          <a:solidFill>
            <a:srgbClr val="F1F4F1"/>
          </a:solidFill>
          <a:ln w="15240">
            <a:solidFill>
              <a:srgbClr val="B4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7E78"/>
                </a:solidFill>
                <a:latin typeface="Aptos"/>
              </a:rPr>
              <a:t>INSERT PROJECT PHOTO HERE</a:t>
            </a:r>
          </a:p>
          <a:p>
            <a:pPr algn="ctr"/>
            <a:r>
              <a:rPr sz="1000">
                <a:solidFill>
                  <a:srgbClr val="647470"/>
                </a:solidFill>
                <a:latin typeface="Aptos"/>
              </a:rPr>
              <a:t>Replace this box with your completed installation photo</a:t>
            </a:r>
          </a:p>
        </p:txBody>
      </p:sp>
      <p:pic>
        <p:nvPicPr>
          <p:cNvPr id="17" name="Picture 1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621792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00" b="1">
                <a:solidFill>
                  <a:srgbClr val="437D77"/>
                </a:solidFill>
                <a:latin typeface="Aptos"/>
              </a:rPr>
              <a:t>15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Completed 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Editable project template — duplicate this slide for each completed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57400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2331720"/>
            <a:ext cx="448056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[PROJECT 06 NAME / CLIENT]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906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[Building / room / client requirement]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576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Products Installed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05072"/>
            <a:ext cx="448056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[Blind type, material, colour, control system]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57200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1947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>
                <a:solidFill/>
              </a:rPr>
              <a:t>[Impact on function, light control, or aesthetics]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800" b="1">
                <a:solidFill>
                  <a:srgbClr val="657070"/>
                </a:solidFill>
                <a:latin typeface="Aptos"/>
              </a:rPr>
              <a:t>ACCENT BLINDS  |  COMPANY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/>
            <a:r>
              <a:rPr sz="800" b="1">
                <a:solidFill>
                  <a:srgbClr val="667574"/>
                </a:solidFill>
                <a:latin typeface="Aptos"/>
              </a:rPr>
              <a:t>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" y="2130552"/>
            <a:ext cx="5056632" cy="3319272"/>
          </a:xfrm>
          <a:prstGeom prst="rect">
            <a:avLst/>
          </a:prstGeom>
          <a:solidFill>
            <a:srgbClr val="F1F4F1"/>
          </a:solidFill>
          <a:ln w="15240">
            <a:solidFill>
              <a:srgbClr val="B4C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2E7E78"/>
                </a:solidFill>
                <a:latin typeface="Aptos"/>
              </a:rPr>
              <a:t>INSERT PROJECT PHOTO HERE</a:t>
            </a:r>
          </a:p>
          <a:p>
            <a:pPr algn="ctr"/>
            <a:r>
              <a:rPr sz="1000">
                <a:solidFill>
                  <a:srgbClr val="647470"/>
                </a:solidFill>
                <a:latin typeface="Aptos"/>
              </a:rPr>
              <a:t>Replace this box with your completed installation photo</a:t>
            </a:r>
          </a:p>
        </p:txBody>
      </p:sp>
      <p:pic>
        <p:nvPicPr>
          <p:cNvPr id="17" name="Picture 16" descr="logo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109728"/>
            <a:ext cx="1417320" cy="6297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1593</Words>
  <Application>Microsoft Office PowerPoint</Application>
  <PresentationFormat>Widescreen</PresentationFormat>
  <Paragraphs>293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Accent Blinds | Company Profile, Product Collection &amp; Project Concepts</dc:title>
  <dc:subject>English-language presentation with product visuals and illustrative project concept pages</dc:subject>
  <dc:creator>OpenAI</dc:creator>
  <cp:keywords>Accent Blinds, window fashion, product collection, project portfolio</cp:keywords>
  <dc:description>generated using python-pptx</dc:description>
  <cp:lastModifiedBy>Reza Andika Pratama</cp:lastModifiedBy>
  <cp:revision>2</cp:revision>
  <dcterms:created xsi:type="dcterms:W3CDTF">2013-01-27T09:14:16Z</dcterms:created>
  <dcterms:modified xsi:type="dcterms:W3CDTF">2026-10-20T08:09:46Z</dcterms:modified>
  <cp:category/>
</cp:coreProperties>
</file>